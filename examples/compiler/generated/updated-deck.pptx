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-accent"/>
          <p:cNvSpPr/>
          <p:nvPr/>
        </p:nvSpPr>
        <p:spPr>
          <a:xfrm>
            <a:off x="609600" y="317500"/>
            <a:ext cx="457200" cy="38100"/>
          </a:xfrm>
          <a:prstGeom prst="rect">
            <a:avLst/>
          </a:prstGeom>
          <a:solidFill>
            <a:srgbClr val="256C69"/>
          </a:solidFill>
          <a:ln w="12700">
            <a:solidFill>
              <a:srgbClr val="256C69"/>
            </a:solidFill>
            <a:prstDash val="solid"/>
          </a:ln>
        </p:spPr>
      </p:sp>
      <p:sp>
        <p:nvSpPr>
          <p:cNvPr id="3" name="cover-title"/>
          <p:cNvSpPr/>
          <p:nvPr/>
        </p:nvSpPr>
        <p:spPr>
          <a:xfrm>
            <a:off x="609600" y="1524000"/>
            <a:ext cx="10972800" cy="796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4200" b="1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青屿记录</a:t>
            </a:r>
            <a:endParaRPr lang="zh-CN" sz="4200" dirty="0"/>
          </a:p>
        </p:txBody>
      </p:sp>
      <p:sp>
        <p:nvSpPr>
          <p:cNvPr id="4" name="project-subtitle"/>
          <p:cNvSpPr/>
          <p:nvPr/>
        </p:nvSpPr>
        <p:spPr>
          <a:xfrm>
            <a:off x="609600" y="2625090"/>
            <a:ext cx="10972800" cy="48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24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虚构项目 · 同一份事实，两种可编辑输出</a:t>
            </a:r>
            <a:endParaRPr lang="zh-CN" sz="2400" dirty="0"/>
          </a:p>
        </p:txBody>
      </p:sp>
      <p:sp>
        <p:nvSpPr>
          <p:cNvPr id="5" name="fact-coverage"/>
          <p:cNvSpPr/>
          <p:nvPr/>
        </p:nvSpPr>
        <p:spPr>
          <a:xfrm>
            <a:off x="609600" y="3341370"/>
            <a:ext cx="10972800" cy="48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24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本次虚构试点覆盖 </a:t>
            </a:r>
            <a:pPr indent="0" marL="0">
              <a:lnSpc>
                <a:spcPct val="135000"/>
              </a:lnSpc>
              <a:buNone/>
            </a:pPr>
            <a:r>
              <a:rPr lang="zh-CN" altLang="en-US" sz="2400" b="1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个城市</a:t>
            </a:r>
            <a:pPr indent="0" marL="0">
              <a:lnSpc>
                <a:spcPct val="135000"/>
              </a:lnSpc>
              <a:buNone/>
            </a:pPr>
            <a:r>
              <a:rPr lang="zh-CN" altLang="en-US" sz="24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，累计完成 24 次检查。</a:t>
            </a:r>
            <a:endParaRPr 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-accent"/>
          <p:cNvSpPr/>
          <p:nvPr/>
        </p:nvSpPr>
        <p:spPr>
          <a:xfrm>
            <a:off x="609600" y="317500"/>
            <a:ext cx="457200" cy="38100"/>
          </a:xfrm>
          <a:prstGeom prst="rect">
            <a:avLst/>
          </a:prstGeom>
          <a:solidFill>
            <a:srgbClr val="256C69"/>
          </a:solidFill>
          <a:ln w="12700">
            <a:solidFill>
              <a:srgbClr val="256C69"/>
            </a:solidFill>
            <a:prstDash val="solid"/>
          </a:ln>
        </p:spPr>
      </p:sp>
      <p:sp>
        <p:nvSpPr>
          <p:cNvPr id="3" name="review-heading"/>
          <p:cNvSpPr/>
          <p:nvPr/>
        </p:nvSpPr>
        <p:spPr>
          <a:xfrm>
            <a:off x="609600" y="609600"/>
            <a:ext cx="10972800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3000" b="1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本轮核对重点</a:t>
            </a:r>
            <a:endParaRPr lang="zh-CN" sz="3000" dirty="0"/>
          </a:p>
        </p:txBody>
      </p:sp>
      <p:sp>
        <p:nvSpPr>
          <p:cNvPr id="4" name="fact-coverage"/>
          <p:cNvSpPr/>
          <p:nvPr/>
        </p:nvSpPr>
        <p:spPr>
          <a:xfrm>
            <a:off x="609600" y="1504950"/>
            <a:ext cx="10972800" cy="43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本次虚构试点覆盖 </a:t>
            </a:r>
            <a:pPr indent="0" marL="0">
              <a:lnSpc>
                <a:spcPct val="135000"/>
              </a:lnSpc>
              <a:buNone/>
            </a:pPr>
            <a:r>
              <a:rPr lang="zh-CN" altLang="en-US" sz="2100" b="1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个城市</a:t>
            </a:r>
            <a:pPr indent="0" marL="0">
              <a:lnSpc>
                <a:spcPct val="135000"/>
              </a:lnSpc>
              <a:buNone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，累计完成 24 次检查。</a:t>
            </a:r>
            <a:endParaRPr lang="zh-CN" sz="2100" dirty="0"/>
          </a:p>
        </p:txBody>
      </p:sp>
      <p:sp>
        <p:nvSpPr>
          <p:cNvPr id="5" name="check-one"/>
          <p:cNvSpPr/>
          <p:nvPr/>
        </p:nvSpPr>
        <p:spPr>
          <a:xfrm>
            <a:off x="609600" y="2169795"/>
            <a:ext cx="10972800" cy="410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6700" indent="-266700">
              <a:lnSpc>
                <a:spcPct val="135000"/>
              </a:lnSpc>
              <a:buSzPct val="100000"/>
              <a:buChar char="•"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先核对共享事实，再分别检查报告与演示的呈现。</a:t>
            </a:r>
            <a:endParaRPr lang="zh-CN" sz="2100" dirty="0"/>
          </a:p>
        </p:txBody>
      </p:sp>
      <p:sp>
        <p:nvSpPr>
          <p:cNvPr id="6" name="check-two"/>
          <p:cNvSpPr/>
          <p:nvPr/>
        </p:nvSpPr>
        <p:spPr>
          <a:xfrm>
            <a:off x="609600" y="2834640"/>
            <a:ext cx="10972800" cy="410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6700" indent="-266700">
              <a:lnSpc>
                <a:spcPct val="135000"/>
              </a:lnSpc>
              <a:buSzPct val="100000"/>
              <a:buChar char="•"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在办公软件中修改、保存、重开，确认对象仍可编辑。</a:t>
            </a:r>
            <a:endParaRPr lang="zh-CN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-accent"/>
          <p:cNvSpPr/>
          <p:nvPr/>
        </p:nvSpPr>
        <p:spPr>
          <a:xfrm>
            <a:off x="609600" y="317500"/>
            <a:ext cx="457200" cy="38100"/>
          </a:xfrm>
          <a:prstGeom prst="rect">
            <a:avLst/>
          </a:prstGeom>
          <a:solidFill>
            <a:srgbClr val="256C69"/>
          </a:solidFill>
          <a:ln w="12700">
            <a:solidFill>
              <a:srgbClr val="256C69"/>
            </a:solidFill>
            <a:prstDash val="solid"/>
          </a:ln>
        </p:spPr>
      </p:sp>
      <p:sp>
        <p:nvSpPr>
          <p:cNvPr id="3" name="image-heading"/>
          <p:cNvSpPr/>
          <p:nvPr/>
        </p:nvSpPr>
        <p:spPr>
          <a:xfrm>
            <a:off x="609600" y="609600"/>
            <a:ext cx="10972800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3000" b="1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素材与检查记录</a:t>
            </a:r>
            <a:endParaRPr lang="zh-CN" sz="3000" dirty="0"/>
          </a:p>
        </p:txBody>
      </p:sp>
      <p:pic>
        <p:nvPicPr>
          <p:cNvPr id="4" name="test-image" descr="三个不同颜色的矩形测试色块；不是统计图，也不是产品图片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04950"/>
            <a:ext cx="6254496" cy="2345436"/>
          </a:xfrm>
          <a:prstGeom prst="rect">
            <a:avLst/>
          </a:prstGeom>
        </p:spPr>
      </p:pic>
      <p:sp>
        <p:nvSpPr>
          <p:cNvPr id="5" name="test-image"/>
          <p:cNvSpPr/>
          <p:nvPr/>
        </p:nvSpPr>
        <p:spPr>
          <a:xfrm>
            <a:off x="609600" y="3951986"/>
            <a:ext cx="6254496" cy="38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18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程序生成的测试色块，仅用于验证本地图片写出。</a:t>
            </a:r>
            <a:endParaRPr lang="zh-CN" sz="1800" dirty="0"/>
          </a:p>
        </p:txBody>
      </p:sp>
      <p:sp>
        <p:nvSpPr>
          <p:cNvPr id="6" name="image-context"/>
          <p:cNvSpPr/>
          <p:nvPr/>
        </p:nvSpPr>
        <p:spPr>
          <a:xfrm>
            <a:off x="7412736" y="1504950"/>
            <a:ext cx="4169664" cy="115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图片与说明保持独立对象。测试色</a:t>
            </a:r>
            <a:pPr indent="0" marL="0">
              <a:lnSpc>
                <a:spcPct val="135000"/>
              </a:lnSpc>
              <a:buNone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块不代表真实数据；检查重点是图</a:t>
            </a:r>
            <a:pPr indent="0" marL="0">
              <a:lnSpc>
                <a:spcPct val="135000"/>
              </a:lnSpc>
              <a:buNone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片比例、位置与替换能力。</a:t>
            </a:r>
            <a:endParaRPr lang="zh-CN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-accent"/>
          <p:cNvSpPr/>
          <p:nvPr/>
        </p:nvSpPr>
        <p:spPr>
          <a:xfrm>
            <a:off x="609600" y="317500"/>
            <a:ext cx="457200" cy="38100"/>
          </a:xfrm>
          <a:prstGeom prst="rect">
            <a:avLst/>
          </a:prstGeom>
          <a:solidFill>
            <a:srgbClr val="256C69"/>
          </a:solidFill>
          <a:ln w="12700">
            <a:solidFill>
              <a:srgbClr val="256C69"/>
            </a:solidFill>
            <a:prstDash val="solid"/>
          </a:ln>
        </p:spPr>
      </p:sp>
      <p:sp>
        <p:nvSpPr>
          <p:cNvPr id="3" name="table-heading"/>
          <p:cNvSpPr/>
          <p:nvPr/>
        </p:nvSpPr>
        <p:spPr>
          <a:xfrm>
            <a:off x="609600" y="609600"/>
            <a:ext cx="10972800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3000" b="1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样例检查分布</a:t>
            </a:r>
            <a:endParaRPr lang="zh-CN" sz="3000" dirty="0"/>
          </a:p>
        </p:txBody>
      </p:sp>
      <p:graphicFrame>
        <p:nvGraphicFramePr>
          <p:cNvPr id="5" name="statu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504950"/>
          <a:ext cx="10972800" cy="245618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140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检查环节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记录数量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</a:tr>
              <a:tr h="6140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已检查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</a:tr>
              <a:tr h="6140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排版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已检查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</a:tr>
              <a:tr h="6140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复核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待调整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e1c2bf3a-0909-4f01-9b78-ff5ac1d5795a</dc:title>
  <dc:subject>e1c2bf3a-0909-4f01-9b78-ff5ac1d5795a</dc:subject>
  <dc:creator>MarkFlow</dc:creator>
  <cp:lastModifiedBy>MarkFlow</cp:lastModifiedBy>
  <cp:revision>1</cp:revision>
  <dcterms:created xsi:type="dcterms:W3CDTF">2026-10-29T16:47:52Z</dcterms:created>
  <dcterms:modified xsi:type="dcterms:W3CDTF">2026-10-29T16:47:52Z</dcterms:modified>
</cp:coreProperties>
</file>